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E9BFB7-8536-8FE9-CFBC-7011FC52E2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A8E8DEF-D25E-6F94-9516-C9E3C5A80A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EAEB6A-A568-4A28-F6C5-E6FE23F5F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8C08A-2FC5-4B71-85CE-D27C2ADF7CA4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C7B4A2-62CD-E532-E04D-8F2EABCDC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8CD142A-88B3-19FD-CB64-DB72EA6DC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723EC-352C-49DF-BC51-7640D922293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9192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F91C20-84CC-7677-D97B-ECC42A785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8E4E30B-EF94-EA0B-9D1B-24E679C3BD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7FBB9D1-B7BA-D6A1-9391-15513C181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8C08A-2FC5-4B71-85CE-D27C2ADF7CA4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C6D6A02-55D4-4813-24AC-F34580B6D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C3ED11F-6782-3368-4FD9-1AB258619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723EC-352C-49DF-BC51-7640D922293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01891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9AFB3B-7CD1-747F-A8F8-30FF50DED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8484C28-6BD2-AA96-D1D6-08B147EE0B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2927DD-EE85-8770-69B2-536216BAD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8C08A-2FC5-4B71-85CE-D27C2ADF7CA4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765D235-85DF-32F3-122E-271ED17B5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F7F4B52-AC6A-198A-F4C9-8A6BA85F0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723EC-352C-49DF-BC51-7640D922293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75838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E1DD91-3545-FAE5-B000-2606ED8C2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3EA6E9-CD68-004F-CD81-04CAB91901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0FEF17A-F926-656D-9CAA-D0592B7D7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D6B756C-1F25-A803-643E-A65AE9E33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8C08A-2FC5-4B71-85CE-D27C2ADF7CA4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5D0FE35-C65C-9F14-3FF1-7EEECC455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4763851-7B4E-6E49-21C9-5CEF1BE68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723EC-352C-49DF-BC51-7640D922293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71145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C09E7F-F534-10BB-07BA-15A05A10F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36BF1D3-47BB-7781-5FE4-32C47696DE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7583E7C-F591-9D9C-F968-6DD8E8283F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A8E472E-6D5B-196D-FAD0-1C4A133E60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2967512-82ED-1C29-CF4D-BB06DC4BD4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A53B3678-A27D-2E49-94E6-356153B97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8C08A-2FC5-4B71-85CE-D27C2ADF7CA4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40A7F03-9425-CF3A-28E6-C7F4D3488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95E4218-6095-6B97-379D-5D859BD4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723EC-352C-49DF-BC51-7640D922293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4172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FCDE8A-28EF-4C57-B165-AB4152E3A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1FF1B12B-3FDB-4EAD-A753-824E7F0C3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8C08A-2FC5-4B71-85CE-D27C2ADF7CA4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E34B85E-E1EC-69EB-6B80-523AA96BA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DB48DCF-552A-CCB2-A615-B15AAF532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723EC-352C-49DF-BC51-7640D922293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5309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8AF1CC4-62C1-892E-15C3-B2F1565D3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8C08A-2FC5-4B71-85CE-D27C2ADF7CA4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C3E219C3-4071-D92D-0B2A-41E35B4A5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58F6349-6EE8-BD4C-BE1D-314C1FD62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723EC-352C-49DF-BC51-7640D922293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5038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361FBA-C1F9-E300-8DA9-6F3EF2511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9633FDA-59C0-C6C3-3D4E-0D6730944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1A161D9-4F3F-A15C-3480-0426FAECAD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ACA1364-D4EB-9328-B45E-27401CD5F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8C08A-2FC5-4B71-85CE-D27C2ADF7CA4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65729A0-4CD1-6D0C-EECF-886D67ABC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36D4547-282F-E8F1-3BE8-2041D29A5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723EC-352C-49DF-BC51-7640D922293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917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9B572C-A4C0-9E85-F34D-85F0EDBD8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00158E73-480C-A840-C33F-BF08554AB0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BCDCEA-D473-7183-8781-A60D70901E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56F179B-6234-0670-D23F-CA2477F4B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8C08A-2FC5-4B71-85CE-D27C2ADF7CA4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8505D04-6147-6769-D468-D6CBAC218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DA3C11F-3377-FD36-8699-9E8F53722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723EC-352C-49DF-BC51-7640D922293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10034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E12569-B184-19AA-F456-5170FF646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D4D54DC-1693-4361-9397-EB8B0E9B84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02E648-2E56-65AE-8739-E630AE9D3E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8C08A-2FC5-4B71-85CE-D27C2ADF7CA4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C6A388D-AEEA-104F-68B6-B2EEDB316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F16CA0E-7055-A48D-A52B-E705CBA25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723EC-352C-49DF-BC51-7640D922293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07214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8AF3F55-9A59-5EAE-8602-5A306F0463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CD4A550-7B6F-FC4A-3D3F-0A74B64FF9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1E94226-E971-956E-1451-73CD0BBEF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8C08A-2FC5-4B71-85CE-D27C2ADF7CA4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2F7BAE-B9ED-C362-4BF8-0CE578627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437BBE6-9C7C-12C6-70B0-25A361D45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723EC-352C-49DF-BC51-7640D922293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7585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F378009-B347-7B2E-CBEA-7B24C65B1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61CFF18-8166-A2F6-9FBB-B7B40DDEF8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5324BDD-3CCE-B6E9-C294-A8CCC84D2A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8C08A-2FC5-4B71-85CE-D27C2ADF7CA4}" type="datetimeFigureOut">
              <a:rPr lang="fr-FR" smtClean="0"/>
              <a:t>21/04/2026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EF94FA9-B57C-83FA-EC08-6376017455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11E7A86-F53D-A999-E73E-4C7D31C6F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D723EC-352C-49DF-BC51-7640D922293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93093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lsfdico.injs-metz.fr/recherche-par-signe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817CC1-DAE3-DBB9-98D3-45766B3B47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Réunion d’avancement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AE6678C-8617-939C-BADE-0F66B93A7A7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22/04</a:t>
            </a:r>
          </a:p>
        </p:txBody>
      </p:sp>
    </p:spTree>
    <p:extLst>
      <p:ext uri="{BB962C8B-B14F-4D97-AF65-F5344CB8AC3E}">
        <p14:creationId xmlns:p14="http://schemas.microsoft.com/office/powerpoint/2010/main" val="153031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A0C0E2-ED26-DFC4-4BBA-CD061FA8D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Génération d’un </a:t>
            </a:r>
            <a:r>
              <a:rPr lang="fr-FR" dirty="0" err="1"/>
              <a:t>dataset</a:t>
            </a:r>
            <a:r>
              <a:rPr lang="fr-FR" dirty="0"/>
              <a:t> politique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ED98803-BA61-AB42-F355-EFFB5FB29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5000 lignes.</a:t>
            </a:r>
          </a:p>
          <a:p>
            <a:r>
              <a:rPr lang="fr-FR" dirty="0"/>
              <a:t>4000 lignes générales « politiques »</a:t>
            </a:r>
          </a:p>
          <a:p>
            <a:r>
              <a:rPr lang="fr-FR" dirty="0"/>
              <a:t>Environ 1000 lignes spécifiques rajoutées en fonction d’erreurs de tests.</a:t>
            </a:r>
          </a:p>
          <a:p>
            <a:r>
              <a:rPr lang="fr-FR" dirty="0"/>
              <a:t>Phrases spécifiques pour </a:t>
            </a:r>
            <a:r>
              <a:rPr lang="fr-FR" dirty="0" err="1"/>
              <a:t>vocab</a:t>
            </a:r>
            <a:r>
              <a:rPr lang="fr-FR" dirty="0"/>
              <a:t>: </a:t>
            </a:r>
          </a:p>
          <a:p>
            <a:pPr lvl="1"/>
            <a:r>
              <a:rPr lang="fr-FR" dirty="0"/>
              <a:t>FR: Nous devons protéger le pouvoir d'achat des familles modestes.</a:t>
            </a:r>
          </a:p>
          <a:p>
            <a:pPr lvl="1"/>
            <a:r>
              <a:rPr lang="fr-FR" dirty="0"/>
              <a:t>OLD: IX-1-PL PROTEGER POUVOIR ACHAT FAMILLE MODÈTE</a:t>
            </a:r>
          </a:p>
          <a:p>
            <a:pPr lvl="1"/>
            <a:r>
              <a:rPr lang="fr-FR" dirty="0"/>
              <a:t>NEW: FAMILLE MODESTE POUVOIR ACHAT PROTEGER DEVOIR IX-1-PL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613825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F6BEF1-153D-14A2-C71C-830398216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Problèmes à régler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1C65482-FE0E-C53D-5B1B-3055CC15C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Quels mots sont « traductibles » en signes ?</a:t>
            </a:r>
          </a:p>
          <a:p>
            <a:pPr lvl="1"/>
            <a:r>
              <a:rPr lang="fr-FR" dirty="0">
                <a:hlinkClick r:id="rId2"/>
              </a:rPr>
              <a:t>https://lsfdico.injs-metz.fr/recherche-par-signe/</a:t>
            </a:r>
            <a:r>
              <a:rPr lang="fr-FR" dirty="0"/>
              <a:t> </a:t>
            </a:r>
          </a:p>
          <a:p>
            <a:pPr lvl="1"/>
            <a:r>
              <a:rPr lang="fr-FR" dirty="0"/>
              <a:t>Liste des mots associés à un signe mais compliqué à exploiter, peut-être créer liste des mots autorisés, mais dans ce cas là, comment choisir par quel mot autorisé remplacer un </a:t>
            </a:r>
            <a:r>
              <a:rPr lang="fr-FR"/>
              <a:t>mot non-traductible.</a:t>
            </a:r>
          </a:p>
          <a:p>
            <a:r>
              <a:rPr lang="fr-FR" dirty="0"/>
              <a:t>Vocabulaire manquant: </a:t>
            </a:r>
          </a:p>
          <a:p>
            <a:pPr lvl="1"/>
            <a:r>
              <a:rPr lang="fr-FR" dirty="0"/>
              <a:t>FR: L'opposition demande un referendum sur cette loi.</a:t>
            </a:r>
          </a:p>
          <a:p>
            <a:pPr lvl="1"/>
            <a:r>
              <a:rPr lang="fr-FR" dirty="0"/>
              <a:t>OLD: OPPOSITION SELENDUM LOI DEMANDER</a:t>
            </a:r>
          </a:p>
          <a:p>
            <a:pPr lvl="1"/>
            <a:r>
              <a:rPr lang="fr-FR" dirty="0"/>
              <a:t>NEW: OPPOSITION LISTUM LOI DEMANDER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2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38781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004DA0-D26F-9F0E-1BB8-472D81A44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Machine virtuelle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65075A2-F54F-0959-82C1-9914BC5BF0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Avec 20k lignes d’entrainement, 12h nécessaires sur </a:t>
            </a:r>
            <a:r>
              <a:rPr lang="fr-FR"/>
              <a:t>notre machine.</a:t>
            </a:r>
          </a:p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307193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EFC1CDD-067F-4278-8743-721EE0684CFD}">
  <we:reference id="f5f369e5-aa35-49d7-ad7b-638152ddb008" version="1.0.0.1" store="EXCatalog" storeType="EXCatalog"/>
  <we:alternateReferences>
    <we:reference id="WA200010001" version="1.0.0.1" store="fr-FR" storeType="OMEX"/>
  </we:alternateReferences>
  <we:properties>
    <we:property name="claude.fileId" value="&quot;280b962c-319b-4537-abe0-61d5bc63833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157</Words>
  <Application>Microsoft Office PowerPoint</Application>
  <PresentationFormat>Grand écran</PresentationFormat>
  <Paragraphs>22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Thème Office</vt:lpstr>
      <vt:lpstr>Réunion d’avancement</vt:lpstr>
      <vt:lpstr>Génération d’un dataset politique</vt:lpstr>
      <vt:lpstr>Problèmes à régler</vt:lpstr>
      <vt:lpstr>Machine virtuelle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Hugo Moncomble (Student at CentraleSupelec)</dc:creator>
  <cp:lastModifiedBy>Hugo Moncomble (Student at CentraleSupelec)</cp:lastModifiedBy>
  <cp:revision>5</cp:revision>
  <dcterms:created xsi:type="dcterms:W3CDTF">2026-04-08T11:34:23Z</dcterms:created>
  <dcterms:modified xsi:type="dcterms:W3CDTF">2026-04-21T13:24:20Z</dcterms:modified>
</cp:coreProperties>
</file>