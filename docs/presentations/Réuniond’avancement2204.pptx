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9BFB7-8536-8FE9-CFBC-7011FC52E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8E8DEF-D25E-6F94-9516-C9E3C5A80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EAEB6A-A568-4A28-F6C5-E6FE23F5F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C7B4A2-62CD-E532-E04D-8F2EABCDC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CD142A-88B3-19FD-CB64-DB72EA6D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19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F91C20-84CC-7677-D97B-ECC42A78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E4E30B-EF94-EA0B-9D1B-24E679C3B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FBB9D1-B7BA-D6A1-9391-15513C18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6D6A02-55D4-4813-24AC-F34580B6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3ED11F-6782-3368-4FD9-1AB25861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89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9AFB3B-7CD1-747F-A8F8-30FF50DED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484C28-6BD2-AA96-D1D6-08B147EE0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2927DD-EE85-8770-69B2-536216BAD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65D235-85DF-32F3-122E-271ED17B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7F4B52-AC6A-198A-F4C9-8A6BA85F0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583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E1DD91-3545-FAE5-B000-2606ED8C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3EA6E9-CD68-004F-CD81-04CAB9190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FEF17A-F926-656D-9CAA-D0592B7D7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D6B756C-1F25-A803-643E-A65AE9E33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5D0FE35-C65C-9F14-3FF1-7EEECC45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4763851-7B4E-6E49-21C9-5CEF1BE6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11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09E7F-F534-10BB-07BA-15A05A10F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6BF1D3-47BB-7781-5FE4-32C47696D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7583E7C-F591-9D9C-F968-6DD8E8283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8E472E-6D5B-196D-FAD0-1C4A133E6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2967512-82ED-1C29-CF4D-BB06DC4BD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3B3678-A27D-2E49-94E6-356153B97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40A7F03-9425-CF3A-28E6-C7F4D3488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95E4218-6095-6B97-379D-5D859BD4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1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FCDE8A-28EF-4C57-B165-AB4152E3A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FF1B12B-3FDB-4EAD-A753-824E7F0C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E34B85E-E1EC-69EB-6B80-523AA96B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B48DCF-552A-CCB2-A615-B15AAF53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309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8AF1CC4-62C1-892E-15C3-B2F1565D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3E219C3-4071-D92D-0B2A-41E35B4A5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8F6349-6EE8-BD4C-BE1D-314C1FD62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03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61FBA-C1F9-E300-8DA9-6F3EF251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633FDA-59C0-C6C3-3D4E-0D6730944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A161D9-4F3F-A15C-3480-0426FAECA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CA1364-D4EB-9328-B45E-27401CD5F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5729A0-4CD1-6D0C-EECF-886D67AB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6D4547-282F-E8F1-3BE8-2041D29A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1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9B572C-A4C0-9E85-F34D-85F0EDBD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0158E73-480C-A840-C33F-BF08554AB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BCDCEA-D473-7183-8781-A60D70901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6F179B-6234-0670-D23F-CA2477F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8505D04-6147-6769-D468-D6CBAC21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A3C11F-3377-FD36-8699-9E8F53722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03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12569-B184-19AA-F456-5170FF646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4D54DC-1693-4361-9397-EB8B0E9B8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02E648-2E56-65AE-8739-E630AE9D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6A388D-AEEA-104F-68B6-B2EEDB316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16CA0E-7055-A48D-A52B-E705CBA25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0721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8AF3F55-9A59-5EAE-8602-5A306F0463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D4A550-7B6F-FC4A-3D3F-0A74B64FF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E94226-E971-956E-1451-73CD0BBE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2F7BAE-B9ED-C362-4BF8-0CE57862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37BBE6-9C7C-12C6-70B0-25A361D4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758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378009-B347-7B2E-CBEA-7B24C65B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1CFF18-8166-A2F6-9FBB-B7B40DDEF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324BDD-3CCE-B6E9-C294-A8CCC84D2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8C08A-2FC5-4B71-85CE-D27C2ADF7CA4}" type="datetimeFigureOut">
              <a:rPr lang="fr-FR" smtClean="0"/>
              <a:t>21/04/2026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F94FA9-B57C-83FA-EC08-6376017455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1E7A86-F53D-A999-E73E-4C7D31C6F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723EC-352C-49DF-BC51-7640D92229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9309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sfdico.injs-metz.fr/recherche-par-signe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bia_dgx.pages.centralesupelec.f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817CC1-DAE3-DBB9-98D3-45766B3B47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Réunion d’avancement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E6678C-8617-939C-BADE-0F66B93A7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22/04</a:t>
            </a:r>
          </a:p>
        </p:txBody>
      </p:sp>
    </p:spTree>
    <p:extLst>
      <p:ext uri="{BB962C8B-B14F-4D97-AF65-F5344CB8AC3E}">
        <p14:creationId xmlns:p14="http://schemas.microsoft.com/office/powerpoint/2010/main" val="153031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0C0E2-ED26-DFC4-4BBA-CD061FA8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Génération d’un </a:t>
            </a:r>
            <a:r>
              <a:rPr lang="fr-FR" dirty="0" err="1"/>
              <a:t>dataset</a:t>
            </a:r>
            <a:r>
              <a:rPr lang="fr-FR" dirty="0"/>
              <a:t> politique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D98803-BA61-AB42-F355-EFFB5FB29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Problème: manque de vocabulaire donc certains mots mal traduits.</a:t>
            </a:r>
          </a:p>
          <a:p>
            <a:r>
              <a:rPr lang="fr-FR" dirty="0"/>
              <a:t>5000 lignes.</a:t>
            </a:r>
          </a:p>
          <a:p>
            <a:r>
              <a:rPr lang="fr-FR" dirty="0"/>
              <a:t>4000 lignes générales « politiques »</a:t>
            </a:r>
          </a:p>
          <a:p>
            <a:r>
              <a:rPr lang="fr-FR" dirty="0"/>
              <a:t>Environ 1000 lignes spécifiques rajoutées en fonction d’erreurs de tests.</a:t>
            </a:r>
          </a:p>
          <a:p>
            <a:r>
              <a:rPr lang="fr-FR" dirty="0"/>
              <a:t>Phrases spécifiques pour </a:t>
            </a:r>
            <a:r>
              <a:rPr lang="fr-FR" dirty="0" err="1"/>
              <a:t>vocab</a:t>
            </a:r>
            <a:r>
              <a:rPr lang="fr-FR" dirty="0"/>
              <a:t>: </a:t>
            </a:r>
          </a:p>
          <a:p>
            <a:pPr lvl="1"/>
            <a:r>
              <a:rPr lang="fr-FR" dirty="0"/>
              <a:t>FR: Nous devons protéger le pouvoir d'achat des familles modestes.</a:t>
            </a:r>
          </a:p>
          <a:p>
            <a:pPr lvl="1"/>
            <a:r>
              <a:rPr lang="fr-FR" dirty="0"/>
              <a:t>OLD: IX-1-PL PROTEGER POUVOIR ACHAT FAMILLE MODÈTE</a:t>
            </a:r>
          </a:p>
          <a:p>
            <a:pPr lvl="1"/>
            <a:r>
              <a:rPr lang="fr-FR" dirty="0"/>
              <a:t>NEW: FAMILLE MODESTE POUVOIR ACHAT PROTEGER DEVOIR IX-1-PL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1382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6BEF1-153D-14A2-C71C-830398216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Problèmes à régler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C65482-FE0E-C53D-5B1B-3055CC15C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Quels mots sont « traductibles » en signes ?</a:t>
            </a:r>
          </a:p>
          <a:p>
            <a:pPr lvl="1"/>
            <a:r>
              <a:rPr lang="fr-FR" dirty="0">
                <a:hlinkClick r:id="rId2"/>
              </a:rPr>
              <a:t>https://lsfdico.injs-metz.fr/recherche-par-signe/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Liste des mots associés à un signe mais compliqué à exploiter, peut-être créer liste des mots autorisés, mais dans ce cas là, comment choisir par quel mot autorisé remplacer un mot non-traductible.</a:t>
            </a:r>
          </a:p>
          <a:p>
            <a:r>
              <a:rPr lang="fr-FR" dirty="0"/>
              <a:t>Vocabulaire manquant: </a:t>
            </a:r>
          </a:p>
          <a:p>
            <a:pPr lvl="1"/>
            <a:r>
              <a:rPr lang="fr-FR" dirty="0"/>
              <a:t>FR: L'opposition demande un referendum sur cette loi.</a:t>
            </a:r>
          </a:p>
          <a:p>
            <a:pPr lvl="1"/>
            <a:r>
              <a:rPr lang="fr-FR" dirty="0"/>
              <a:t>OLD: OPPOSITION SELENDUM LOI DEMANDER</a:t>
            </a:r>
          </a:p>
          <a:p>
            <a:pPr lvl="1"/>
            <a:r>
              <a:rPr lang="fr-FR" dirty="0"/>
              <a:t>NEW: OPPOSITION LISTUM LOI DEMANDER</a:t>
            </a:r>
          </a:p>
          <a:p>
            <a:pPr lvl="1"/>
            <a:r>
              <a:rPr lang="fr-FR" dirty="0"/>
              <a:t>Avancées lentes car « à la main », ajout progressif de vocabulaire, peut-être changer de modèle ?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2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3878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004DA0-D26F-9F0E-1BB8-472D81A4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virtuelle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5075A2-F54F-0959-82C1-9914BC5BF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Avec 20k lignes d’entrainement, 12h nécessaires sur notre machine.</a:t>
            </a:r>
          </a:p>
          <a:p>
            <a:r>
              <a:rPr lang="fr-FR" dirty="0"/>
              <a:t>Accès à une machine virtuelle avec </a:t>
            </a:r>
            <a:r>
              <a:rPr lang="fr-FR" dirty="0" err="1"/>
              <a:t>Hubia</a:t>
            </a:r>
            <a:r>
              <a:rPr lang="fr-FR" dirty="0"/>
              <a:t> à CS, il faut faire une demande de création de compte.</a:t>
            </a:r>
          </a:p>
          <a:p>
            <a:r>
              <a:rPr lang="fr-FR" dirty="0">
                <a:hlinkClick r:id="rId2"/>
              </a:rPr>
              <a:t>https://hubia_dgx.pages.centralesupelec.fr/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3071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BDA33-7772-6636-24F0-891C1B81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Résumé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72C98E-E687-9FA1-66A0-C5CB9D702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Prochaines étapes: </a:t>
            </a:r>
          </a:p>
          <a:p>
            <a:pPr lvl="1"/>
            <a:r>
              <a:rPr lang="fr-FR" dirty="0"/>
              <a:t>demande de machine virtuelle.</a:t>
            </a:r>
          </a:p>
          <a:p>
            <a:pPr lvl="1"/>
            <a:r>
              <a:rPr lang="fr-FR" dirty="0"/>
              <a:t>explorer un nouveau modèle/solution pour le problème de vocabulaire.</a:t>
            </a:r>
          </a:p>
          <a:p>
            <a:pPr lvl="1"/>
            <a:r>
              <a:rPr lang="fr-FR" dirty="0"/>
              <a:t>trouver une méthode pour déterminer quels mots ‘existent’ en LSF et l’intégrer au modèle.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48330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FC1CDD-067F-4278-8743-721EE0684CFD}">
  <we:reference id="f5f369e5-aa35-49d7-ad7b-638152ddb008" version="1.0.0.1" store="EXCatalog" storeType="EXCatalog"/>
  <we:alternateReferences>
    <we:reference id="WA200010001" version="1.0.0.1" store="fr-FR" storeType="OMEX"/>
  </we:alternateReferences>
  <we:properties>
    <we:property name="claude.fileId" value="&quot;280b962c-319b-4537-abe0-61d5bc63833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256</Words>
  <Application>Microsoft Office PowerPoint</Application>
  <PresentationFormat>Grand écran</PresentationFormat>
  <Paragraphs>31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Thème Office</vt:lpstr>
      <vt:lpstr>Réunion d’avancement</vt:lpstr>
      <vt:lpstr>Génération d’un dataset politique</vt:lpstr>
      <vt:lpstr>Problèmes à régler</vt:lpstr>
      <vt:lpstr>Machine virtuelle</vt:lpstr>
      <vt:lpstr>Résumé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Hugo Moncomble (Student at CentraleSupelec)</dc:creator>
  <cp:lastModifiedBy>Hugo Moncomble (Student at CentraleSupelec)</cp:lastModifiedBy>
  <cp:revision>13</cp:revision>
  <dcterms:created xsi:type="dcterms:W3CDTF">2026-04-08T11:34:23Z</dcterms:created>
  <dcterms:modified xsi:type="dcterms:W3CDTF">2026-04-21T13:53:27Z</dcterms:modified>
</cp:coreProperties>
</file>